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8e39d37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8e39d37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28e39d37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28e39d37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28e39d37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28e39d37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28e39d37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28e39d37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A Model’s Ethical </a:t>
            </a: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Variability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71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Names: Srikar Bangaru, Pranav Goteti, Lara Mahajan, Pallavi Mamillapalli,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Shriya Ramaka, Shreeja Tangutur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56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LLMs change moral answers based on how we prompt them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i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</a:t>
            </a: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i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</a:t>
            </a: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does this happens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19423" l="0" r="0" t="30270"/>
          <a:stretch/>
        </p:blipFill>
        <p:spPr>
          <a:xfrm>
            <a:off x="3720650" y="2902975"/>
            <a:ext cx="5308827" cy="178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Current Work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D6D6DD"/>
              </a:solidFill>
              <a:highlight>
                <a:srgbClr val="18181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1100" y="1504663"/>
            <a:ext cx="4882550" cy="21341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5"/>
            <a:ext cx="258363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Most Interesting Findings: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Gemini: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found that stabilizers </a:t>
            </a:r>
            <a:r>
              <a:rPr i="1" lang="en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really</a:t>
            </a:r>
            <a:r>
              <a:rPr lang="en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 → </a:t>
            </a:r>
            <a:r>
              <a:rPr lang="en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we made the model drift, it was hard to get it back</a:t>
            </a:r>
            <a:endParaRPr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Claude: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imes New Roman"/>
              <a:buChar char="-"/>
            </a:pPr>
            <a:r>
              <a:rPr lang="en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Claude demonstrated greater resistance to moral drift  → Its positions were harder to shift through prompting alone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ChatGPT: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 showed moderate drift → it could be influenced by prompting, but consistency techniques helped restore stable responses</a:t>
            </a:r>
            <a:endParaRPr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Next Steps: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R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 at a model more different → Testing moral drift in DeepSeek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R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analysis on the results of our observations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R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Finish PowerBI visualizations for our findings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